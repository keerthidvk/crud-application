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913D96-0728-47E1-A75C-239B12940689}" v="13" dt="2025-08-08T20:05:43.8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93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rthivasan V" userId="a60b66edb557c485" providerId="LiveId" clId="{3B913D96-0728-47E1-A75C-239B12940689}"/>
    <pc:docChg chg="undo redo custSel addSld modSld sldOrd">
      <pc:chgData name="keerthivasan V" userId="a60b66edb557c485" providerId="LiveId" clId="{3B913D96-0728-47E1-A75C-239B12940689}" dt="2025-08-08T20:06:32.810" v="248" actId="1076"/>
      <pc:docMkLst>
        <pc:docMk/>
      </pc:docMkLst>
      <pc:sldChg chg="addSp modSp mod">
        <pc:chgData name="keerthivasan V" userId="a60b66edb557c485" providerId="LiveId" clId="{3B913D96-0728-47E1-A75C-239B12940689}" dt="2025-08-08T19:54:46.121" v="9" actId="1076"/>
        <pc:sldMkLst>
          <pc:docMk/>
          <pc:sldMk cId="0" sldId="257"/>
        </pc:sldMkLst>
        <pc:spChg chg="mod">
          <ac:chgData name="keerthivasan V" userId="a60b66edb557c485" providerId="LiveId" clId="{3B913D96-0728-47E1-A75C-239B12940689}" dt="2025-08-08T19:54:01.858" v="0" actId="2711"/>
          <ac:spMkLst>
            <pc:docMk/>
            <pc:sldMk cId="0" sldId="257"/>
            <ac:spMk id="3" creationId="{00000000-0000-0000-0000-000000000000}"/>
          </ac:spMkLst>
        </pc:spChg>
        <pc:picChg chg="add mod">
          <ac:chgData name="keerthivasan V" userId="a60b66edb557c485" providerId="LiveId" clId="{3B913D96-0728-47E1-A75C-239B12940689}" dt="2025-08-08T19:54:46.121" v="9" actId="1076"/>
          <ac:picMkLst>
            <pc:docMk/>
            <pc:sldMk cId="0" sldId="257"/>
            <ac:picMk id="5" creationId="{A120CA4B-4134-7178-F56D-EA58F3CF366D}"/>
          </ac:picMkLst>
        </pc:picChg>
      </pc:sldChg>
      <pc:sldChg chg="addSp modSp mod">
        <pc:chgData name="keerthivasan V" userId="a60b66edb557c485" providerId="LiveId" clId="{3B913D96-0728-47E1-A75C-239B12940689}" dt="2025-08-08T19:55:26.893" v="17" actId="2711"/>
        <pc:sldMkLst>
          <pc:docMk/>
          <pc:sldMk cId="0" sldId="258"/>
        </pc:sldMkLst>
        <pc:spChg chg="mod">
          <ac:chgData name="keerthivasan V" userId="a60b66edb557c485" providerId="LiveId" clId="{3B913D96-0728-47E1-A75C-239B12940689}" dt="2025-08-08T19:55:26.893" v="17" actId="2711"/>
          <ac:spMkLst>
            <pc:docMk/>
            <pc:sldMk cId="0" sldId="258"/>
            <ac:spMk id="3" creationId="{00000000-0000-0000-0000-000000000000}"/>
          </ac:spMkLst>
        </pc:spChg>
        <pc:picChg chg="add mod">
          <ac:chgData name="keerthivasan V" userId="a60b66edb557c485" providerId="LiveId" clId="{3B913D96-0728-47E1-A75C-239B12940689}" dt="2025-08-08T19:55:19.199" v="16" actId="1076"/>
          <ac:picMkLst>
            <pc:docMk/>
            <pc:sldMk cId="0" sldId="258"/>
            <ac:picMk id="5" creationId="{84322F45-4262-6849-71E8-0D8334E3578F}"/>
          </ac:picMkLst>
        </pc:picChg>
      </pc:sldChg>
      <pc:sldChg chg="addSp modSp mod">
        <pc:chgData name="keerthivasan V" userId="a60b66edb557c485" providerId="LiveId" clId="{3B913D96-0728-47E1-A75C-239B12940689}" dt="2025-08-08T19:56:26.622" v="28" actId="14"/>
        <pc:sldMkLst>
          <pc:docMk/>
          <pc:sldMk cId="0" sldId="259"/>
        </pc:sldMkLst>
        <pc:spChg chg="mod">
          <ac:chgData name="keerthivasan V" userId="a60b66edb557c485" providerId="LiveId" clId="{3B913D96-0728-47E1-A75C-239B12940689}" dt="2025-08-08T19:56:26.622" v="28" actId="14"/>
          <ac:spMkLst>
            <pc:docMk/>
            <pc:sldMk cId="0" sldId="259"/>
            <ac:spMk id="3" creationId="{00000000-0000-0000-0000-000000000000}"/>
          </ac:spMkLst>
        </pc:spChg>
        <pc:picChg chg="add mod">
          <ac:chgData name="keerthivasan V" userId="a60b66edb557c485" providerId="LiveId" clId="{3B913D96-0728-47E1-A75C-239B12940689}" dt="2025-08-08T19:56:07.250" v="24" actId="1076"/>
          <ac:picMkLst>
            <pc:docMk/>
            <pc:sldMk cId="0" sldId="259"/>
            <ac:picMk id="5" creationId="{32CE43D0-9388-0A58-8619-189EF3B9E327}"/>
          </ac:picMkLst>
        </pc:picChg>
      </pc:sldChg>
      <pc:sldChg chg="addSp modSp mod ord">
        <pc:chgData name="keerthivasan V" userId="a60b66edb557c485" providerId="LiveId" clId="{3B913D96-0728-47E1-A75C-239B12940689}" dt="2025-08-08T19:57:27.974" v="38" actId="14100"/>
        <pc:sldMkLst>
          <pc:docMk/>
          <pc:sldMk cId="0" sldId="260"/>
        </pc:sldMkLst>
        <pc:spChg chg="mod">
          <ac:chgData name="keerthivasan V" userId="a60b66edb557c485" providerId="LiveId" clId="{3B913D96-0728-47E1-A75C-239B12940689}" dt="2025-08-08T19:57:03.720" v="31" actId="2711"/>
          <ac:spMkLst>
            <pc:docMk/>
            <pc:sldMk cId="0" sldId="260"/>
            <ac:spMk id="3" creationId="{00000000-0000-0000-0000-000000000000}"/>
          </ac:spMkLst>
        </pc:spChg>
        <pc:picChg chg="add mod">
          <ac:chgData name="keerthivasan V" userId="a60b66edb557c485" providerId="LiveId" clId="{3B913D96-0728-47E1-A75C-239B12940689}" dt="2025-08-08T19:57:27.974" v="38" actId="14100"/>
          <ac:picMkLst>
            <pc:docMk/>
            <pc:sldMk cId="0" sldId="260"/>
            <ac:picMk id="5" creationId="{170C0882-5704-7D7A-4BAF-F28B9AEC2A3C}"/>
          </ac:picMkLst>
        </pc:picChg>
      </pc:sldChg>
      <pc:sldChg chg="addSp modSp mod">
        <pc:chgData name="keerthivasan V" userId="a60b66edb557c485" providerId="LiveId" clId="{3B913D96-0728-47E1-A75C-239B12940689}" dt="2025-08-08T20:00:21.376" v="77" actId="21"/>
        <pc:sldMkLst>
          <pc:docMk/>
          <pc:sldMk cId="0" sldId="261"/>
        </pc:sldMkLst>
        <pc:spChg chg="mod">
          <ac:chgData name="keerthivasan V" userId="a60b66edb557c485" providerId="LiveId" clId="{3B913D96-0728-47E1-A75C-239B12940689}" dt="2025-08-08T19:59:15.599" v="68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keerthivasan V" userId="a60b66edb557c485" providerId="LiveId" clId="{3B913D96-0728-47E1-A75C-239B12940689}" dt="2025-08-08T20:00:21.376" v="77" actId="21"/>
          <ac:spMkLst>
            <pc:docMk/>
            <pc:sldMk cId="0" sldId="261"/>
            <ac:spMk id="3" creationId="{00000000-0000-0000-0000-000000000000}"/>
          </ac:spMkLst>
        </pc:spChg>
        <pc:picChg chg="add mod modCrop">
          <ac:chgData name="keerthivasan V" userId="a60b66edb557c485" providerId="LiveId" clId="{3B913D96-0728-47E1-A75C-239B12940689}" dt="2025-08-08T20:00:09.121" v="76" actId="1076"/>
          <ac:picMkLst>
            <pc:docMk/>
            <pc:sldMk cId="0" sldId="261"/>
            <ac:picMk id="5" creationId="{DA7AADA2-21F0-CD65-8B9D-F2D16E9E7915}"/>
          </ac:picMkLst>
        </pc:picChg>
      </pc:sldChg>
      <pc:sldChg chg="addSp modSp mod">
        <pc:chgData name="keerthivasan V" userId="a60b66edb557c485" providerId="LiveId" clId="{3B913D96-0728-47E1-A75C-239B12940689}" dt="2025-08-08T20:01:00.705" v="85" actId="962"/>
        <pc:sldMkLst>
          <pc:docMk/>
          <pc:sldMk cId="0" sldId="262"/>
        </pc:sldMkLst>
        <pc:spChg chg="mod">
          <ac:chgData name="keerthivasan V" userId="a60b66edb557c485" providerId="LiveId" clId="{3B913D96-0728-47E1-A75C-239B12940689}" dt="2025-08-08T20:00:30.756" v="81" actId="5793"/>
          <ac:spMkLst>
            <pc:docMk/>
            <pc:sldMk cId="0" sldId="262"/>
            <ac:spMk id="3" creationId="{00000000-0000-0000-0000-000000000000}"/>
          </ac:spMkLst>
        </pc:spChg>
        <pc:picChg chg="add mod">
          <ac:chgData name="keerthivasan V" userId="a60b66edb557c485" providerId="LiveId" clId="{3B913D96-0728-47E1-A75C-239B12940689}" dt="2025-08-08T20:01:00.705" v="85" actId="962"/>
          <ac:picMkLst>
            <pc:docMk/>
            <pc:sldMk cId="0" sldId="262"/>
            <ac:picMk id="4" creationId="{0F0D7F76-3559-8625-0B44-9425ADC4AEF0}"/>
          </ac:picMkLst>
        </pc:picChg>
      </pc:sldChg>
      <pc:sldChg chg="addSp modSp mod">
        <pc:chgData name="keerthivasan V" userId="a60b66edb557c485" providerId="LiveId" clId="{3B913D96-0728-47E1-A75C-239B12940689}" dt="2025-08-08T20:03:38.121" v="146" actId="1076"/>
        <pc:sldMkLst>
          <pc:docMk/>
          <pc:sldMk cId="0" sldId="263"/>
        </pc:sldMkLst>
        <pc:spChg chg="mod">
          <ac:chgData name="keerthivasan V" userId="a60b66edb557c485" providerId="LiveId" clId="{3B913D96-0728-47E1-A75C-239B12940689}" dt="2025-08-08T20:02:49.309" v="144" actId="20577"/>
          <ac:spMkLst>
            <pc:docMk/>
            <pc:sldMk cId="0" sldId="263"/>
            <ac:spMk id="3" creationId="{00000000-0000-0000-0000-000000000000}"/>
          </ac:spMkLst>
        </pc:spChg>
        <pc:picChg chg="add mod modCrop">
          <ac:chgData name="keerthivasan V" userId="a60b66edb557c485" providerId="LiveId" clId="{3B913D96-0728-47E1-A75C-239B12940689}" dt="2025-08-08T20:03:38.121" v="146" actId="1076"/>
          <ac:picMkLst>
            <pc:docMk/>
            <pc:sldMk cId="0" sldId="263"/>
            <ac:picMk id="5" creationId="{84DC2B67-BE6F-7E60-DF8B-A09A2E7B35DC}"/>
          </ac:picMkLst>
        </pc:picChg>
      </pc:sldChg>
      <pc:sldChg chg="addSp modSp add mod">
        <pc:chgData name="keerthivasan V" userId="a60b66edb557c485" providerId="LiveId" clId="{3B913D96-0728-47E1-A75C-239B12940689}" dt="2025-08-08T20:06:32.810" v="248" actId="1076"/>
        <pc:sldMkLst>
          <pc:docMk/>
          <pc:sldMk cId="101791997" sldId="264"/>
        </pc:sldMkLst>
        <pc:spChg chg="mod">
          <ac:chgData name="keerthivasan V" userId="a60b66edb557c485" providerId="LiveId" clId="{3B913D96-0728-47E1-A75C-239B12940689}" dt="2025-08-08T20:04:04.126" v="160" actId="20577"/>
          <ac:spMkLst>
            <pc:docMk/>
            <pc:sldMk cId="101791997" sldId="264"/>
            <ac:spMk id="2" creationId="{5D85D6FB-1F62-B3EC-9A9D-DA36BCAC73C3}"/>
          </ac:spMkLst>
        </pc:spChg>
        <pc:spChg chg="mod">
          <ac:chgData name="keerthivasan V" userId="a60b66edb557c485" providerId="LiveId" clId="{3B913D96-0728-47E1-A75C-239B12940689}" dt="2025-08-08T20:04:56.002" v="229" actId="20577"/>
          <ac:spMkLst>
            <pc:docMk/>
            <pc:sldMk cId="101791997" sldId="264"/>
            <ac:spMk id="3" creationId="{DCC13F75-9817-E09A-2E00-142A93C9715C}"/>
          </ac:spMkLst>
        </pc:spChg>
        <pc:picChg chg="mod">
          <ac:chgData name="keerthivasan V" userId="a60b66edb557c485" providerId="LiveId" clId="{3B913D96-0728-47E1-A75C-239B12940689}" dt="2025-08-08T20:06:24.269" v="246" actId="1076"/>
          <ac:picMkLst>
            <pc:docMk/>
            <pc:sldMk cId="101791997" sldId="264"/>
            <ac:picMk id="5" creationId="{E7F2DDD3-73D8-DA5D-3A8F-4AF390E2C2D9}"/>
          </ac:picMkLst>
        </pc:picChg>
        <pc:picChg chg="add mod modCrop">
          <ac:chgData name="keerthivasan V" userId="a60b66edb557c485" providerId="LiveId" clId="{3B913D96-0728-47E1-A75C-239B12940689}" dt="2025-08-08T20:06:32.810" v="248" actId="1076"/>
          <ac:picMkLst>
            <pc:docMk/>
            <pc:sldMk cId="101791997" sldId="264"/>
            <ac:picMk id="6" creationId="{AE1665D7-35E3-DADA-1A46-9BEF611801E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User Login and Profile Management Process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Backend (Node.js + MySQL) and Frontend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Start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Run index.js in the backend. Console shows 'MySQL connected...' indicating successful database connection</a:t>
            </a:r>
            <a:r>
              <a:rPr dirty="0"/>
              <a:t>.</a:t>
            </a:r>
          </a:p>
        </p:txBody>
      </p:sp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A120CA4B-4134-7178-F56D-EA58F3CF3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327" y="2279343"/>
            <a:ext cx="7163346" cy="40293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Create MySQL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Open MySQL and create the required database to store user data.</a:t>
            </a:r>
          </a:p>
        </p:txBody>
      </p:sp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84322F45-4262-6849-71E8-0D8334E35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51" y="2145275"/>
            <a:ext cx="6951406" cy="39101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 3: Run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Start the frontend application to enable user interactions.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CE43D0-9388-0A58-8619-189EF3B9E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16" y="2077116"/>
            <a:ext cx="7198306" cy="40490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Login as User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Login using the role of 'user'. A login popup appears to authenticate credentials.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0C0882-5704-7D7A-4BAF-F28B9AEC2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051" y="2273095"/>
            <a:ext cx="7390581" cy="41572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Step 5: Database Update After Login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After successful login, the database updates with 1 new row containing the user details.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defRPr sz="1400">
                <a:solidFill>
                  <a:srgbClr val="000000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DA7AADA2-21F0-CD65-8B9D-F2D16E9E79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239" b="51060"/>
          <a:stretch>
            <a:fillRect/>
          </a:stretch>
        </p:blipFill>
        <p:spPr>
          <a:xfrm>
            <a:off x="457200" y="2603090"/>
            <a:ext cx="7707784" cy="31782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Password Tokenization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password is hidden and stored securely as a token in the database.</a:t>
            </a:r>
          </a:p>
          <a:p>
            <a:pPr algn="l">
              <a:defRPr sz="1400">
                <a:solidFill>
                  <a:srgbClr val="000000"/>
                </a:solidFill>
              </a:defRPr>
            </a:pPr>
            <a:endParaRPr dirty="0"/>
          </a:p>
        </p:txBody>
      </p:sp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0F0D7F76-3559-8625-0B44-9425ADC4A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239" b="51060"/>
          <a:stretch>
            <a:fillRect/>
          </a:stretch>
        </p:blipFill>
        <p:spPr>
          <a:xfrm>
            <a:off x="718108" y="2274042"/>
            <a:ext cx="7707784" cy="31782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7: View and Edit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user can view and edit their profile. For example, changing the email updates it in the database.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defRPr sz="1400">
                <a:solidFill>
                  <a:srgbClr val="000000"/>
                </a:solidFill>
              </a:defRP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will have updated in database.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DC2B67-BE6F-7E60-DF8B-A09A2E7B35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79" r="4557" b="15815"/>
          <a:stretch>
            <a:fillRect/>
          </a:stretch>
        </p:blipFill>
        <p:spPr>
          <a:xfrm>
            <a:off x="1330966" y="2588528"/>
            <a:ext cx="5984234" cy="37201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E0D95-9C05-95AB-0864-D53F66BCA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5D6FB-1F62-B3EC-9A9D-DA36BCAC7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 </a:t>
            </a:r>
            <a:r>
              <a:rPr lang="en-US" dirty="0"/>
              <a:t>8</a:t>
            </a:r>
            <a:r>
              <a:rPr dirty="0"/>
              <a:t>:</a:t>
            </a:r>
            <a:r>
              <a:rPr lang="en-US" dirty="0"/>
              <a:t>Admin Mode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13F75-9817-E09A-2E00-142A93C97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Admin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can view and edit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activate and deactivate the user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profile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F2DDD3-73D8-DA5D-3A8F-4AF390E2C2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59" r="4759"/>
          <a:stretch/>
        </p:blipFill>
        <p:spPr>
          <a:xfrm>
            <a:off x="337908" y="2226527"/>
            <a:ext cx="4876045" cy="3031273"/>
          </a:xfrm>
          <a:prstGeom prst="rect">
            <a:avLst/>
          </a:prstGeom>
        </p:spPr>
      </p:pic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AE1665D7-35E3-DADA-1A46-9BEF611801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01" t="10423" r="13548" b="13500"/>
          <a:stretch>
            <a:fillRect/>
          </a:stretch>
        </p:blipFill>
        <p:spPr>
          <a:xfrm>
            <a:off x="5433625" y="2862438"/>
            <a:ext cx="3451125" cy="223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1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189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User Login and Profile Management Process</vt:lpstr>
      <vt:lpstr>Step 1: Start Backend</vt:lpstr>
      <vt:lpstr>Step 2: Create MySQL Database</vt:lpstr>
      <vt:lpstr>Step 3: Run Frontend</vt:lpstr>
      <vt:lpstr>Step 4: Login as User</vt:lpstr>
      <vt:lpstr>Step 5: Database Update After Login</vt:lpstr>
      <vt:lpstr>Step 6: Password Tokenization</vt:lpstr>
      <vt:lpstr>Step 7: View and Edit Profile</vt:lpstr>
      <vt:lpstr>Step 8:Admin Mode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keerthivasan V</cp:lastModifiedBy>
  <cp:revision>1</cp:revision>
  <dcterms:created xsi:type="dcterms:W3CDTF">2013-01-27T09:14:16Z</dcterms:created>
  <dcterms:modified xsi:type="dcterms:W3CDTF">2025-08-08T20:06:33Z</dcterms:modified>
  <cp:category/>
</cp:coreProperties>
</file>